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png" ContentType="image/pn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41647" y="1310703"/>
            <a:ext cx="5102352" cy="517371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4" y="1289405"/>
            <a:ext cx="8042275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7301" y="2930067"/>
            <a:ext cx="4707890" cy="1244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2729">
              <a:lnSpc>
                <a:spcPct val="100000"/>
              </a:lnSpc>
              <a:spcBef>
                <a:spcPts val="100"/>
              </a:spcBef>
              <a:tabLst>
                <a:tab pos="1225550" algn="l"/>
                <a:tab pos="1619250" algn="l"/>
                <a:tab pos="2184400" algn="l"/>
                <a:tab pos="3539490" algn="l"/>
              </a:tabLst>
            </a:pPr>
            <a:r>
              <a:rPr dirty="0" sz="4000" spc="-25">
                <a:latin typeface="Arial"/>
                <a:cs typeface="Arial"/>
              </a:rPr>
              <a:t>How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0">
                <a:latin typeface="Arial"/>
                <a:cs typeface="Arial"/>
              </a:rPr>
              <a:t>Access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25">
                <a:latin typeface="Arial"/>
                <a:cs typeface="Arial"/>
              </a:rPr>
              <a:t>The LMS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25">
                <a:latin typeface="Arial"/>
                <a:cs typeface="Arial"/>
              </a:rPr>
              <a:t>For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0">
                <a:latin typeface="Arial"/>
                <a:cs typeface="Arial"/>
              </a:rPr>
              <a:t>(Students)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40" y="1289405"/>
            <a:ext cx="68135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Step</a:t>
            </a:r>
            <a:r>
              <a:rPr dirty="0" spc="-15"/>
              <a:t> </a:t>
            </a:r>
            <a:r>
              <a:rPr dirty="0" spc="-25"/>
              <a:t>1: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40" y="1838045"/>
            <a:ext cx="371602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your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browser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search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KAG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EAST </a:t>
            </a:r>
            <a:r>
              <a:rPr dirty="0" sz="1800">
                <a:latin typeface="Calibri"/>
                <a:cs typeface="Calibri"/>
              </a:rPr>
              <a:t>UNIVERSITY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click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first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search </a:t>
            </a:r>
            <a:r>
              <a:rPr dirty="0" sz="1800">
                <a:latin typeface="Calibri"/>
                <a:cs typeface="Calibri"/>
              </a:rPr>
              <a:t>result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type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link </a:t>
            </a:r>
            <a:r>
              <a:rPr dirty="0" sz="1800" spc="-10">
                <a:solidFill>
                  <a:srgbClr val="2E5497"/>
                </a:solidFill>
                <a:latin typeface="Calibri"/>
                <a:cs typeface="Calibri"/>
              </a:rPr>
              <a:t>https://east.university/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8740" y="1289405"/>
            <a:ext cx="387985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Step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2: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1800" b="1">
                <a:latin typeface="Calibri"/>
                <a:cs typeface="Calibri"/>
              </a:rPr>
              <a:t>Navigate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towards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Icon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that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says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LMS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click on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it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33857" y="2471343"/>
            <a:ext cx="6567170" cy="3192145"/>
            <a:chOff x="1133857" y="2471343"/>
            <a:chExt cx="6567170" cy="319214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3857" y="2471343"/>
              <a:ext cx="6566560" cy="317525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497766" y="5163958"/>
              <a:ext cx="595630" cy="492759"/>
            </a:xfrm>
            <a:custGeom>
              <a:avLst/>
              <a:gdLst/>
              <a:ahLst/>
              <a:cxnLst/>
              <a:rect l="l" t="t" r="r" b="b"/>
              <a:pathLst>
                <a:path w="595629" h="492760">
                  <a:moveTo>
                    <a:pt x="26230" y="205360"/>
                  </a:moveTo>
                  <a:lnTo>
                    <a:pt x="64455" y="154020"/>
                  </a:lnTo>
                  <a:lnTo>
                    <a:pt x="519182" y="492584"/>
                  </a:lnTo>
                  <a:lnTo>
                    <a:pt x="595632" y="389903"/>
                  </a:lnTo>
                  <a:lnTo>
                    <a:pt x="140905" y="51340"/>
                  </a:lnTo>
                  <a:lnTo>
                    <a:pt x="179130" y="0"/>
                  </a:lnTo>
                  <a:lnTo>
                    <a:pt x="0" y="26230"/>
                  </a:lnTo>
                  <a:lnTo>
                    <a:pt x="26230" y="20536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497766" y="5163958"/>
              <a:ext cx="595630" cy="492759"/>
            </a:xfrm>
            <a:custGeom>
              <a:avLst/>
              <a:gdLst/>
              <a:ahLst/>
              <a:cxnLst/>
              <a:rect l="l" t="t" r="r" b="b"/>
              <a:pathLst>
                <a:path w="595629" h="492760">
                  <a:moveTo>
                    <a:pt x="519182" y="492584"/>
                  </a:moveTo>
                  <a:lnTo>
                    <a:pt x="64455" y="154020"/>
                  </a:lnTo>
                  <a:lnTo>
                    <a:pt x="26230" y="205360"/>
                  </a:lnTo>
                  <a:lnTo>
                    <a:pt x="0" y="26230"/>
                  </a:lnTo>
                  <a:lnTo>
                    <a:pt x="179130" y="0"/>
                  </a:lnTo>
                  <a:lnTo>
                    <a:pt x="140905" y="51340"/>
                  </a:lnTo>
                  <a:lnTo>
                    <a:pt x="595632" y="389903"/>
                  </a:lnTo>
                  <a:lnTo>
                    <a:pt x="519182" y="492584"/>
                  </a:lnTo>
                  <a:close/>
                </a:path>
              </a:pathLst>
            </a:custGeom>
            <a:ln w="12699">
              <a:solidFill>
                <a:srgbClr val="1E32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Step</a:t>
            </a:r>
            <a:r>
              <a:rPr dirty="0" spc="-15"/>
              <a:t> </a:t>
            </a:r>
            <a:r>
              <a:rPr dirty="0" spc="-25"/>
              <a:t>3:</a:t>
            </a:r>
          </a:p>
          <a:p>
            <a:pPr marL="12700" marR="5080">
              <a:lnSpc>
                <a:spcPct val="100000"/>
              </a:lnSpc>
            </a:pPr>
            <a:r>
              <a:rPr dirty="0"/>
              <a:t>You</a:t>
            </a:r>
            <a:r>
              <a:rPr dirty="0" spc="-5"/>
              <a:t> </a:t>
            </a:r>
            <a:r>
              <a:rPr dirty="0"/>
              <a:t>will</a:t>
            </a:r>
            <a:r>
              <a:rPr dirty="0" spc="-5"/>
              <a:t> </a:t>
            </a:r>
            <a:r>
              <a:rPr dirty="0"/>
              <a:t>be</a:t>
            </a:r>
            <a:r>
              <a:rPr dirty="0" spc="-5"/>
              <a:t> </a:t>
            </a:r>
            <a:r>
              <a:rPr dirty="0"/>
              <a:t>required</a:t>
            </a:r>
            <a:r>
              <a:rPr dirty="0" spc="-5"/>
              <a:t> </a:t>
            </a:r>
            <a:r>
              <a:rPr dirty="0"/>
              <a:t>to</a:t>
            </a:r>
            <a:r>
              <a:rPr dirty="0" spc="-5"/>
              <a:t> </a:t>
            </a:r>
            <a:r>
              <a:rPr dirty="0"/>
              <a:t>login</a:t>
            </a:r>
            <a:r>
              <a:rPr dirty="0" spc="-5"/>
              <a:t> </a:t>
            </a:r>
            <a:r>
              <a:rPr dirty="0"/>
              <a:t>to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5"/>
              <a:t> </a:t>
            </a:r>
            <a:r>
              <a:rPr dirty="0"/>
              <a:t>site</a:t>
            </a:r>
            <a:r>
              <a:rPr dirty="0" spc="-5"/>
              <a:t> </a:t>
            </a:r>
            <a:r>
              <a:rPr dirty="0"/>
              <a:t>via</a:t>
            </a:r>
            <a:r>
              <a:rPr dirty="0" spc="-5"/>
              <a:t> </a:t>
            </a:r>
            <a:r>
              <a:rPr dirty="0"/>
              <a:t>your </a:t>
            </a:r>
            <a:r>
              <a:rPr dirty="0">
                <a:solidFill>
                  <a:srgbClr val="2E5497"/>
                </a:solidFill>
              </a:rPr>
              <a:t>username</a:t>
            </a:r>
            <a:r>
              <a:rPr dirty="0" spc="-5">
                <a:solidFill>
                  <a:srgbClr val="2E5497"/>
                </a:solidFill>
              </a:rPr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>
                <a:solidFill>
                  <a:srgbClr val="2E5497"/>
                </a:solidFill>
              </a:rPr>
              <a:t>password</a:t>
            </a:r>
            <a:r>
              <a:rPr dirty="0" spc="-5">
                <a:solidFill>
                  <a:srgbClr val="2E5497"/>
                </a:solidFill>
              </a:rPr>
              <a:t> </a:t>
            </a:r>
            <a:r>
              <a:rPr dirty="0"/>
              <a:t>that</a:t>
            </a:r>
            <a:r>
              <a:rPr dirty="0" spc="-5"/>
              <a:t> </a:t>
            </a:r>
            <a:r>
              <a:rPr dirty="0"/>
              <a:t>will</a:t>
            </a:r>
            <a:r>
              <a:rPr dirty="0" spc="-5"/>
              <a:t> </a:t>
            </a:r>
            <a:r>
              <a:rPr dirty="0" spc="-25"/>
              <a:t>be </a:t>
            </a:r>
            <a:r>
              <a:rPr dirty="0"/>
              <a:t>provided</a:t>
            </a:r>
            <a:r>
              <a:rPr dirty="0" spc="-10"/>
              <a:t> </a:t>
            </a:r>
            <a:r>
              <a:rPr dirty="0"/>
              <a:t>for</a:t>
            </a:r>
            <a:r>
              <a:rPr dirty="0" spc="-5"/>
              <a:t> </a:t>
            </a:r>
            <a:r>
              <a:rPr dirty="0"/>
              <a:t>you</a:t>
            </a:r>
            <a:r>
              <a:rPr dirty="0" spc="-5"/>
              <a:t> </a:t>
            </a:r>
            <a:r>
              <a:rPr dirty="0"/>
              <a:t>by</a:t>
            </a:r>
            <a:r>
              <a:rPr dirty="0" spc="-5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/>
              <a:t>IT</a:t>
            </a:r>
            <a:r>
              <a:rPr dirty="0" spc="-5"/>
              <a:t> </a:t>
            </a:r>
            <a:r>
              <a:rPr dirty="0" spc="-10"/>
              <a:t>department.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303769" y="2208758"/>
            <a:ext cx="6536690" cy="3853815"/>
            <a:chOff x="1303769" y="2208758"/>
            <a:chExt cx="6536690" cy="385381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3769" y="2208758"/>
              <a:ext cx="6536461" cy="3853713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5938265" y="2480818"/>
              <a:ext cx="320040" cy="475615"/>
            </a:xfrm>
            <a:custGeom>
              <a:avLst/>
              <a:gdLst/>
              <a:ahLst/>
              <a:cxnLst/>
              <a:rect l="l" t="t" r="r" b="b"/>
              <a:pathLst>
                <a:path w="320039" h="475614">
                  <a:moveTo>
                    <a:pt x="0" y="160019"/>
                  </a:moveTo>
                  <a:lnTo>
                    <a:pt x="80009" y="160019"/>
                  </a:lnTo>
                  <a:lnTo>
                    <a:pt x="80009" y="475488"/>
                  </a:lnTo>
                  <a:lnTo>
                    <a:pt x="240029" y="475488"/>
                  </a:lnTo>
                  <a:lnTo>
                    <a:pt x="240029" y="160019"/>
                  </a:lnTo>
                  <a:lnTo>
                    <a:pt x="320040" y="160019"/>
                  </a:lnTo>
                  <a:lnTo>
                    <a:pt x="160020" y="0"/>
                  </a:lnTo>
                  <a:lnTo>
                    <a:pt x="0" y="160019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938265" y="2480818"/>
              <a:ext cx="320040" cy="475615"/>
            </a:xfrm>
            <a:custGeom>
              <a:avLst/>
              <a:gdLst/>
              <a:ahLst/>
              <a:cxnLst/>
              <a:rect l="l" t="t" r="r" b="b"/>
              <a:pathLst>
                <a:path w="320039" h="475614">
                  <a:moveTo>
                    <a:pt x="80009" y="475488"/>
                  </a:moveTo>
                  <a:lnTo>
                    <a:pt x="80009" y="160019"/>
                  </a:lnTo>
                  <a:lnTo>
                    <a:pt x="0" y="160019"/>
                  </a:lnTo>
                  <a:lnTo>
                    <a:pt x="160020" y="0"/>
                  </a:lnTo>
                  <a:lnTo>
                    <a:pt x="320040" y="160019"/>
                  </a:lnTo>
                  <a:lnTo>
                    <a:pt x="240029" y="160019"/>
                  </a:lnTo>
                  <a:lnTo>
                    <a:pt x="240029" y="475488"/>
                  </a:lnTo>
                  <a:lnTo>
                    <a:pt x="80009" y="475488"/>
                  </a:lnTo>
                  <a:close/>
                </a:path>
              </a:pathLst>
            </a:custGeom>
            <a:ln w="12699">
              <a:solidFill>
                <a:srgbClr val="1E325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889241" y="2471343"/>
              <a:ext cx="320040" cy="475615"/>
            </a:xfrm>
            <a:custGeom>
              <a:avLst/>
              <a:gdLst/>
              <a:ahLst/>
              <a:cxnLst/>
              <a:rect l="l" t="t" r="r" b="b"/>
              <a:pathLst>
                <a:path w="320040" h="475614">
                  <a:moveTo>
                    <a:pt x="0" y="160019"/>
                  </a:moveTo>
                  <a:lnTo>
                    <a:pt x="80009" y="160019"/>
                  </a:lnTo>
                  <a:lnTo>
                    <a:pt x="80009" y="475488"/>
                  </a:lnTo>
                  <a:lnTo>
                    <a:pt x="240029" y="475488"/>
                  </a:lnTo>
                  <a:lnTo>
                    <a:pt x="240029" y="160019"/>
                  </a:lnTo>
                  <a:lnTo>
                    <a:pt x="320040" y="160019"/>
                  </a:lnTo>
                  <a:lnTo>
                    <a:pt x="160020" y="0"/>
                  </a:lnTo>
                  <a:lnTo>
                    <a:pt x="0" y="160019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889241" y="2471343"/>
              <a:ext cx="320040" cy="475615"/>
            </a:xfrm>
            <a:custGeom>
              <a:avLst/>
              <a:gdLst/>
              <a:ahLst/>
              <a:cxnLst/>
              <a:rect l="l" t="t" r="r" b="b"/>
              <a:pathLst>
                <a:path w="320040" h="475614">
                  <a:moveTo>
                    <a:pt x="80009" y="475488"/>
                  </a:moveTo>
                  <a:lnTo>
                    <a:pt x="80009" y="160019"/>
                  </a:lnTo>
                  <a:lnTo>
                    <a:pt x="0" y="160019"/>
                  </a:lnTo>
                  <a:lnTo>
                    <a:pt x="160020" y="0"/>
                  </a:lnTo>
                  <a:lnTo>
                    <a:pt x="320040" y="160019"/>
                  </a:lnTo>
                  <a:lnTo>
                    <a:pt x="240029" y="160019"/>
                  </a:lnTo>
                  <a:lnTo>
                    <a:pt x="240029" y="475488"/>
                  </a:lnTo>
                  <a:lnTo>
                    <a:pt x="80009" y="475488"/>
                  </a:lnTo>
                  <a:close/>
                </a:path>
              </a:pathLst>
            </a:custGeom>
            <a:ln w="12699">
              <a:solidFill>
                <a:srgbClr val="1E32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5697004" y="2989033"/>
            <a:ext cx="6743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Username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673494" y="2992158"/>
            <a:ext cx="6343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Calibri"/>
                <a:cs typeface="Calibri"/>
              </a:rPr>
              <a:t>Password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8739" y="1289405"/>
            <a:ext cx="847026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Calibri"/>
                <a:cs typeface="Calibri"/>
              </a:rPr>
              <a:t>Step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4: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1800">
                <a:latin typeface="Calibri"/>
                <a:cs typeface="Calibri"/>
              </a:rPr>
              <a:t>Once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logged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proceed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click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my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courses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access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units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you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have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been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enrolled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school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admin.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1124711" y="2322004"/>
            <a:ext cx="6410325" cy="3606165"/>
            <a:chOff x="1124711" y="2322004"/>
            <a:chExt cx="6410325" cy="360616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24711" y="2322004"/>
              <a:ext cx="6409944" cy="3605593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2055202" y="2724569"/>
              <a:ext cx="255270" cy="342265"/>
            </a:xfrm>
            <a:custGeom>
              <a:avLst/>
              <a:gdLst/>
              <a:ahLst/>
              <a:cxnLst/>
              <a:rect l="l" t="t" r="r" b="b"/>
              <a:pathLst>
                <a:path w="255269" h="342264">
                  <a:moveTo>
                    <a:pt x="191086" y="0"/>
                  </a:moveTo>
                  <a:lnTo>
                    <a:pt x="63695" y="0"/>
                  </a:lnTo>
                  <a:lnTo>
                    <a:pt x="63695" y="214299"/>
                  </a:lnTo>
                  <a:lnTo>
                    <a:pt x="0" y="214299"/>
                  </a:lnTo>
                  <a:lnTo>
                    <a:pt x="127391" y="341693"/>
                  </a:lnTo>
                  <a:lnTo>
                    <a:pt x="254782" y="214299"/>
                  </a:lnTo>
                  <a:lnTo>
                    <a:pt x="191086" y="214299"/>
                  </a:lnTo>
                  <a:lnTo>
                    <a:pt x="191086" y="0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055202" y="2724569"/>
              <a:ext cx="255270" cy="342265"/>
            </a:xfrm>
            <a:custGeom>
              <a:avLst/>
              <a:gdLst/>
              <a:ahLst/>
              <a:cxnLst/>
              <a:rect l="l" t="t" r="r" b="b"/>
              <a:pathLst>
                <a:path w="255269" h="342264">
                  <a:moveTo>
                    <a:pt x="0" y="214299"/>
                  </a:moveTo>
                  <a:lnTo>
                    <a:pt x="63695" y="214299"/>
                  </a:lnTo>
                  <a:lnTo>
                    <a:pt x="63695" y="0"/>
                  </a:lnTo>
                  <a:lnTo>
                    <a:pt x="191086" y="0"/>
                  </a:lnTo>
                  <a:lnTo>
                    <a:pt x="191086" y="214299"/>
                  </a:lnTo>
                  <a:lnTo>
                    <a:pt x="254782" y="214299"/>
                  </a:lnTo>
                  <a:lnTo>
                    <a:pt x="127391" y="341693"/>
                  </a:lnTo>
                  <a:lnTo>
                    <a:pt x="0" y="214299"/>
                  </a:lnTo>
                  <a:close/>
                </a:path>
              </a:pathLst>
            </a:custGeom>
            <a:ln w="12699">
              <a:solidFill>
                <a:srgbClr val="1E325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350590" y="4254737"/>
              <a:ext cx="1544955" cy="626745"/>
            </a:xfrm>
            <a:custGeom>
              <a:avLst/>
              <a:gdLst/>
              <a:ahLst/>
              <a:cxnLst/>
              <a:rect l="l" t="t" r="r" b="b"/>
              <a:pathLst>
                <a:path w="1544954" h="626745">
                  <a:moveTo>
                    <a:pt x="97724" y="279688"/>
                  </a:moveTo>
                  <a:lnTo>
                    <a:pt x="118784" y="209766"/>
                  </a:lnTo>
                  <a:lnTo>
                    <a:pt x="1502392" y="626491"/>
                  </a:lnTo>
                  <a:lnTo>
                    <a:pt x="1544511" y="486647"/>
                  </a:lnTo>
                  <a:lnTo>
                    <a:pt x="160904" y="69922"/>
                  </a:lnTo>
                  <a:lnTo>
                    <a:pt x="181963" y="0"/>
                  </a:lnTo>
                  <a:lnTo>
                    <a:pt x="0" y="97724"/>
                  </a:lnTo>
                  <a:lnTo>
                    <a:pt x="97724" y="279688"/>
                  </a:lnTo>
                  <a:close/>
                </a:path>
              </a:pathLst>
            </a:custGeom>
            <a:solidFill>
              <a:srgbClr val="4472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350590" y="4254737"/>
              <a:ext cx="1544955" cy="626745"/>
            </a:xfrm>
            <a:custGeom>
              <a:avLst/>
              <a:gdLst/>
              <a:ahLst/>
              <a:cxnLst/>
              <a:rect l="l" t="t" r="r" b="b"/>
              <a:pathLst>
                <a:path w="1544954" h="626745">
                  <a:moveTo>
                    <a:pt x="1502392" y="626491"/>
                  </a:moveTo>
                  <a:lnTo>
                    <a:pt x="118784" y="209766"/>
                  </a:lnTo>
                  <a:lnTo>
                    <a:pt x="97724" y="279688"/>
                  </a:lnTo>
                  <a:lnTo>
                    <a:pt x="0" y="97724"/>
                  </a:lnTo>
                  <a:lnTo>
                    <a:pt x="181963" y="0"/>
                  </a:lnTo>
                  <a:lnTo>
                    <a:pt x="160904" y="69922"/>
                  </a:lnTo>
                  <a:lnTo>
                    <a:pt x="1544511" y="486647"/>
                  </a:lnTo>
                  <a:lnTo>
                    <a:pt x="1502392" y="626491"/>
                  </a:lnTo>
                  <a:close/>
                </a:path>
              </a:pathLst>
            </a:custGeom>
            <a:ln w="12699">
              <a:solidFill>
                <a:srgbClr val="1E325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124711" y="2322004"/>
            <a:ext cx="6410325" cy="36061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800">
              <a:latin typeface="Times New Roman"/>
              <a:cs typeface="Times New Roman"/>
            </a:endParaRPr>
          </a:p>
          <a:p>
            <a:pPr marL="3968115" marR="1663700">
              <a:lnSpc>
                <a:spcPct val="100000"/>
              </a:lnSpc>
            </a:pPr>
            <a:r>
              <a:rPr dirty="0" sz="1800" spc="-10">
                <a:solidFill>
                  <a:srgbClr val="2E5497"/>
                </a:solidFill>
                <a:latin typeface="Calibri"/>
                <a:cs typeface="Calibri"/>
              </a:rPr>
              <a:t>Enrolled course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2026-02-13T03:15:25Z</dcterms:created>
  <dcterms:modified xsi:type="dcterms:W3CDTF">2026-02-13T03:15:25Z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2026-02-13T00:00:00Z</vt:filetime>
  </property>
  <property fmtid="{D5CDD505-2E9C-101B-9397-08002B2CF9AE}" pid="3" name="Creator">
    <vt:lpwstr>www.smallpdf.com</vt:lpwstr>
  </property>
  <property fmtid="{D5CDD505-2E9C-101B-9397-08002B2CF9AE}" pid="4" name="LastSaved">
    <vt:filetime>2026-02-13T00:00:00Z</vt:filetime>
  </property>
  <property fmtid="{D5CDD505-2E9C-101B-9397-08002B2CF9AE}" pid="5" name="Producer">
    <vt:lpwstr>3-Heights(TM) PDF Security Shell 4.8.25.2 (http://www.pdf-tools.com)</vt:lpwstr>
  </property>
</Properties>
</file>