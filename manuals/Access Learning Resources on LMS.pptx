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212" y="1728965"/>
            <a:ext cx="903287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154" y="2930067"/>
            <a:ext cx="4286250" cy="2463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  <a:tabLst>
                <a:tab pos="1367790" algn="l"/>
                <a:tab pos="2749550" algn="l"/>
                <a:tab pos="3511550" algn="l"/>
              </a:tabLst>
            </a:pPr>
            <a:r>
              <a:rPr dirty="0" sz="4000" spc="-25"/>
              <a:t>How</a:t>
            </a:r>
            <a:r>
              <a:rPr dirty="0" sz="4000"/>
              <a:t>	</a:t>
            </a:r>
            <a:r>
              <a:rPr dirty="0" sz="4000" spc="-10"/>
              <a:t>Access Learning Resources</a:t>
            </a:r>
            <a:r>
              <a:rPr dirty="0" sz="4000"/>
              <a:t>	</a:t>
            </a:r>
            <a:r>
              <a:rPr dirty="0" sz="4000" spc="-25"/>
              <a:t>on</a:t>
            </a:r>
            <a:r>
              <a:rPr dirty="0" sz="4000"/>
              <a:t>	</a:t>
            </a:r>
            <a:r>
              <a:rPr dirty="0" sz="4000" spc="-25"/>
              <a:t>the LMS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212" y="1728965"/>
            <a:ext cx="88677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Once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have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accessed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unit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proceed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access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unit/course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page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access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>
                <a:latin typeface="Arial"/>
                <a:cs typeface="Arial"/>
              </a:rPr>
              <a:t>different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course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resources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activities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5083" y="2347112"/>
            <a:ext cx="4539996" cy="4081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dirty="0" spc="-5"/>
              <a:t> </a:t>
            </a:r>
            <a:r>
              <a:rPr dirty="0" spc="-10"/>
              <a:t>Notes:</a:t>
            </a:r>
          </a:p>
          <a:p>
            <a:pPr marL="12700" marR="5080">
              <a:lnSpc>
                <a:spcPct val="100000"/>
              </a:lnSpc>
            </a:pPr>
            <a:r>
              <a:rPr dirty="0" b="0">
                <a:latin typeface="Arial"/>
                <a:cs typeface="Arial"/>
              </a:rPr>
              <a:t>Notes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can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either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be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in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pdf,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docx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or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pptx.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All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are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accessed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by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clicking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right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next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to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spc="-25" b="0">
                <a:latin typeface="Arial"/>
                <a:cs typeface="Arial"/>
              </a:rPr>
              <a:t>the</a:t>
            </a:r>
            <a:r>
              <a:rPr dirty="0" spc="50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icon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of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file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type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the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notes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were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uploaded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as.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When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clicked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the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notes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get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downloaded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spc="-25" b="0">
                <a:latin typeface="Arial"/>
                <a:cs typeface="Arial"/>
              </a:rPr>
              <a:t>and </a:t>
            </a:r>
            <a:r>
              <a:rPr dirty="0" b="0">
                <a:latin typeface="Arial"/>
                <a:cs typeface="Arial"/>
              </a:rPr>
              <a:t>the</a:t>
            </a:r>
            <a:r>
              <a:rPr dirty="0" spc="-3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default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application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on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your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device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opens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the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respective</a:t>
            </a:r>
            <a:r>
              <a:rPr dirty="0" spc="-15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file.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14806" y="3012147"/>
            <a:ext cx="8914765" cy="2380615"/>
            <a:chOff x="114806" y="3012147"/>
            <a:chExt cx="8914765" cy="23806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806" y="3012147"/>
              <a:ext cx="8914384" cy="220638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669785" y="5013127"/>
              <a:ext cx="559435" cy="373380"/>
            </a:xfrm>
            <a:custGeom>
              <a:avLst/>
              <a:gdLst/>
              <a:ahLst/>
              <a:cxnLst/>
              <a:rect l="l" t="t" r="r" b="b"/>
              <a:pathLst>
                <a:path w="559435" h="373379">
                  <a:moveTo>
                    <a:pt x="105606" y="0"/>
                  </a:moveTo>
                  <a:lnTo>
                    <a:pt x="86290" y="33487"/>
                  </a:lnTo>
                  <a:lnTo>
                    <a:pt x="559184" y="306254"/>
                  </a:lnTo>
                  <a:lnTo>
                    <a:pt x="520553" y="373228"/>
                  </a:lnTo>
                  <a:lnTo>
                    <a:pt x="47659" y="100461"/>
                  </a:lnTo>
                  <a:lnTo>
                    <a:pt x="28344" y="133948"/>
                  </a:lnTo>
                  <a:lnTo>
                    <a:pt x="0" y="28342"/>
                  </a:lnTo>
                  <a:lnTo>
                    <a:pt x="1056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69785" y="5013127"/>
              <a:ext cx="559435" cy="373380"/>
            </a:xfrm>
            <a:custGeom>
              <a:avLst/>
              <a:gdLst/>
              <a:ahLst/>
              <a:cxnLst/>
              <a:rect l="l" t="t" r="r" b="b"/>
              <a:pathLst>
                <a:path w="559435" h="373379">
                  <a:moveTo>
                    <a:pt x="559184" y="306254"/>
                  </a:moveTo>
                  <a:lnTo>
                    <a:pt x="86290" y="33487"/>
                  </a:lnTo>
                  <a:lnTo>
                    <a:pt x="105606" y="0"/>
                  </a:lnTo>
                  <a:lnTo>
                    <a:pt x="0" y="28342"/>
                  </a:lnTo>
                  <a:lnTo>
                    <a:pt x="28344" y="133948"/>
                  </a:lnTo>
                  <a:lnTo>
                    <a:pt x="47659" y="100461"/>
                  </a:lnTo>
                  <a:lnTo>
                    <a:pt x="520553" y="373228"/>
                  </a:lnTo>
                  <a:lnTo>
                    <a:pt x="559184" y="306254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16698" y="4536218"/>
              <a:ext cx="291465" cy="327025"/>
            </a:xfrm>
            <a:custGeom>
              <a:avLst/>
              <a:gdLst/>
              <a:ahLst/>
              <a:cxnLst/>
              <a:rect l="l" t="t" r="r" b="b"/>
              <a:pathLst>
                <a:path w="291465" h="327025">
                  <a:moveTo>
                    <a:pt x="290838" y="218887"/>
                  </a:moveTo>
                  <a:lnTo>
                    <a:pt x="261467" y="243354"/>
                  </a:lnTo>
                  <a:lnTo>
                    <a:pt x="58741" y="0"/>
                  </a:lnTo>
                  <a:lnTo>
                    <a:pt x="0" y="48934"/>
                  </a:lnTo>
                  <a:lnTo>
                    <a:pt x="202726" y="292288"/>
                  </a:lnTo>
                  <a:lnTo>
                    <a:pt x="173355" y="316755"/>
                  </a:lnTo>
                  <a:lnTo>
                    <a:pt x="281030" y="326561"/>
                  </a:lnTo>
                  <a:lnTo>
                    <a:pt x="290838" y="21888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16698" y="4536218"/>
              <a:ext cx="291465" cy="327025"/>
            </a:xfrm>
            <a:custGeom>
              <a:avLst/>
              <a:gdLst/>
              <a:ahLst/>
              <a:cxnLst/>
              <a:rect l="l" t="t" r="r" b="b"/>
              <a:pathLst>
                <a:path w="291465" h="327025">
                  <a:moveTo>
                    <a:pt x="58741" y="0"/>
                  </a:moveTo>
                  <a:lnTo>
                    <a:pt x="261467" y="243354"/>
                  </a:lnTo>
                  <a:lnTo>
                    <a:pt x="290838" y="218887"/>
                  </a:lnTo>
                  <a:lnTo>
                    <a:pt x="281030" y="326561"/>
                  </a:lnTo>
                  <a:lnTo>
                    <a:pt x="173355" y="316755"/>
                  </a:lnTo>
                  <a:lnTo>
                    <a:pt x="202726" y="292288"/>
                  </a:lnTo>
                  <a:lnTo>
                    <a:pt x="0" y="48934"/>
                  </a:lnTo>
                  <a:lnTo>
                    <a:pt x="58741" y="0"/>
                  </a:lnTo>
                  <a:close/>
                </a:path>
              </a:pathLst>
            </a:custGeom>
            <a:ln w="12699">
              <a:solidFill>
                <a:srgbClr val="6837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 rot="20220000">
            <a:off x="119082" y="4340923"/>
            <a:ext cx="996606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b="1">
                <a:latin typeface="Calibri"/>
                <a:cs typeface="Calibri"/>
              </a:rPr>
              <a:t>Don’t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click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here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73300" y="5258447"/>
            <a:ext cx="641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Click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here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297959" y="3904987"/>
            <a:ext cx="261620" cy="514984"/>
            <a:chOff x="7297959" y="3904987"/>
            <a:chExt cx="261620" cy="514984"/>
          </a:xfrm>
        </p:grpSpPr>
        <p:sp>
          <p:nvSpPr>
            <p:cNvPr id="12" name="object 12" descr=""/>
            <p:cNvSpPr/>
            <p:nvPr/>
          </p:nvSpPr>
          <p:spPr>
            <a:xfrm>
              <a:off x="7304309" y="3911337"/>
              <a:ext cx="248920" cy="502284"/>
            </a:xfrm>
            <a:custGeom>
              <a:avLst/>
              <a:gdLst/>
              <a:ahLst/>
              <a:cxnLst/>
              <a:rect l="l" t="t" r="r" b="b"/>
              <a:pathLst>
                <a:path w="248920" h="502285">
                  <a:moveTo>
                    <a:pt x="0" y="97521"/>
                  </a:moveTo>
                  <a:lnTo>
                    <a:pt x="36566" y="85332"/>
                  </a:lnTo>
                  <a:lnTo>
                    <a:pt x="175508" y="502167"/>
                  </a:lnTo>
                  <a:lnTo>
                    <a:pt x="248653" y="477786"/>
                  </a:lnTo>
                  <a:lnTo>
                    <a:pt x="109711" y="60951"/>
                  </a:lnTo>
                  <a:lnTo>
                    <a:pt x="146277" y="48762"/>
                  </a:lnTo>
                  <a:lnTo>
                    <a:pt x="48765" y="0"/>
                  </a:lnTo>
                  <a:lnTo>
                    <a:pt x="0" y="9752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04309" y="3911337"/>
              <a:ext cx="248920" cy="502284"/>
            </a:xfrm>
            <a:custGeom>
              <a:avLst/>
              <a:gdLst/>
              <a:ahLst/>
              <a:cxnLst/>
              <a:rect l="l" t="t" r="r" b="b"/>
              <a:pathLst>
                <a:path w="248920" h="502285">
                  <a:moveTo>
                    <a:pt x="175508" y="502167"/>
                  </a:moveTo>
                  <a:lnTo>
                    <a:pt x="36566" y="85332"/>
                  </a:lnTo>
                  <a:lnTo>
                    <a:pt x="0" y="97521"/>
                  </a:lnTo>
                  <a:lnTo>
                    <a:pt x="48765" y="0"/>
                  </a:lnTo>
                  <a:lnTo>
                    <a:pt x="146277" y="48762"/>
                  </a:lnTo>
                  <a:lnTo>
                    <a:pt x="109711" y="60951"/>
                  </a:lnTo>
                  <a:lnTo>
                    <a:pt x="248653" y="477786"/>
                  </a:lnTo>
                  <a:lnTo>
                    <a:pt x="175508" y="502167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 rot="20580000">
            <a:off x="6982367" y="4418585"/>
            <a:ext cx="1207267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75"/>
              </a:lnSpc>
            </a:pPr>
            <a:r>
              <a:rPr dirty="0" sz="1200" spc="-10" b="1">
                <a:latin typeface="Calibri"/>
                <a:cs typeface="Calibri"/>
              </a:rPr>
              <a:t>Downloaded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baseline="4629" sz="1800" spc="-15" b="1">
                <a:latin typeface="Calibri"/>
                <a:cs typeface="Calibri"/>
              </a:rPr>
              <a:t>notes</a:t>
            </a:r>
            <a:endParaRPr baseline="4629"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212" y="1728965"/>
            <a:ext cx="23482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BigBlueButton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867" y="2770403"/>
            <a:ext cx="8730259" cy="257905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2212" y="2003822"/>
            <a:ext cx="8684260" cy="1047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BBB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our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customized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online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learning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where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online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classes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done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where </a:t>
            </a:r>
            <a:r>
              <a:rPr dirty="0" sz="1600">
                <a:latin typeface="Arial"/>
                <a:cs typeface="Arial"/>
              </a:rPr>
              <a:t>students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different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recordings.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this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Icon,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this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means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online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class </a:t>
            </a:r>
            <a:r>
              <a:rPr dirty="0" sz="1600">
                <a:latin typeface="Arial"/>
                <a:cs typeface="Arial"/>
              </a:rPr>
              <a:t>has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been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particular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time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attend.</a:t>
            </a:r>
            <a:endParaRPr sz="1600">
              <a:latin typeface="Arial"/>
              <a:cs typeface="Arial"/>
            </a:endParaRPr>
          </a:p>
          <a:p>
            <a:pPr marL="977900">
              <a:lnSpc>
                <a:spcPct val="100000"/>
              </a:lnSpc>
              <a:spcBef>
                <a:spcPts val="120"/>
              </a:spcBef>
              <a:tabLst>
                <a:tab pos="3970654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BBB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Icon</a:t>
            </a:r>
            <a:r>
              <a:rPr dirty="0" sz="1800" b="1">
                <a:latin typeface="Calibri"/>
                <a:cs typeface="Calibri"/>
              </a:rPr>
              <a:t>	This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where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you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click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access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Online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14233" y="3095256"/>
            <a:ext cx="4040504" cy="971550"/>
            <a:chOff x="1514233" y="3095256"/>
            <a:chExt cx="4040504" cy="971550"/>
          </a:xfrm>
        </p:grpSpPr>
        <p:sp>
          <p:nvSpPr>
            <p:cNvPr id="6" name="object 6" descr=""/>
            <p:cNvSpPr/>
            <p:nvPr/>
          </p:nvSpPr>
          <p:spPr>
            <a:xfrm>
              <a:off x="1520583" y="3160471"/>
              <a:ext cx="273050" cy="329565"/>
            </a:xfrm>
            <a:custGeom>
              <a:avLst/>
              <a:gdLst/>
              <a:ahLst/>
              <a:cxnLst/>
              <a:rect l="l" t="t" r="r" b="b"/>
              <a:pathLst>
                <a:path w="273050" h="329564">
                  <a:moveTo>
                    <a:pt x="272529" y="192916"/>
                  </a:moveTo>
                  <a:lnTo>
                    <a:pt x="204393" y="192916"/>
                  </a:lnTo>
                  <a:lnTo>
                    <a:pt x="204393" y="0"/>
                  </a:lnTo>
                  <a:lnTo>
                    <a:pt x="68122" y="0"/>
                  </a:lnTo>
                  <a:lnTo>
                    <a:pt x="68122" y="192916"/>
                  </a:lnTo>
                  <a:lnTo>
                    <a:pt x="0" y="192916"/>
                  </a:lnTo>
                  <a:lnTo>
                    <a:pt x="136258" y="329184"/>
                  </a:lnTo>
                  <a:lnTo>
                    <a:pt x="272529" y="19291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0583" y="3160471"/>
              <a:ext cx="273050" cy="329565"/>
            </a:xfrm>
            <a:custGeom>
              <a:avLst/>
              <a:gdLst/>
              <a:ahLst/>
              <a:cxnLst/>
              <a:rect l="l" t="t" r="r" b="b"/>
              <a:pathLst>
                <a:path w="273050" h="329564">
                  <a:moveTo>
                    <a:pt x="204393" y="0"/>
                  </a:moveTo>
                  <a:lnTo>
                    <a:pt x="204393" y="192916"/>
                  </a:lnTo>
                  <a:lnTo>
                    <a:pt x="272529" y="192916"/>
                  </a:lnTo>
                  <a:lnTo>
                    <a:pt x="136258" y="329184"/>
                  </a:lnTo>
                  <a:lnTo>
                    <a:pt x="0" y="192916"/>
                  </a:lnTo>
                  <a:lnTo>
                    <a:pt x="68122" y="192916"/>
                  </a:lnTo>
                  <a:lnTo>
                    <a:pt x="68122" y="0"/>
                  </a:lnTo>
                  <a:lnTo>
                    <a:pt x="204393" y="0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275719" y="3101606"/>
              <a:ext cx="273050" cy="958850"/>
            </a:xfrm>
            <a:custGeom>
              <a:avLst/>
              <a:gdLst/>
              <a:ahLst/>
              <a:cxnLst/>
              <a:rect l="l" t="t" r="r" b="b"/>
              <a:pathLst>
                <a:path w="273050" h="958850">
                  <a:moveTo>
                    <a:pt x="272529" y="822064"/>
                  </a:moveTo>
                  <a:lnTo>
                    <a:pt x="204393" y="822064"/>
                  </a:lnTo>
                  <a:lnTo>
                    <a:pt x="204393" y="0"/>
                  </a:lnTo>
                  <a:lnTo>
                    <a:pt x="68122" y="0"/>
                  </a:lnTo>
                  <a:lnTo>
                    <a:pt x="68122" y="822064"/>
                  </a:lnTo>
                  <a:lnTo>
                    <a:pt x="0" y="822064"/>
                  </a:lnTo>
                  <a:lnTo>
                    <a:pt x="136258" y="958331"/>
                  </a:lnTo>
                  <a:lnTo>
                    <a:pt x="272529" y="82206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75719" y="3101606"/>
              <a:ext cx="273050" cy="958850"/>
            </a:xfrm>
            <a:custGeom>
              <a:avLst/>
              <a:gdLst/>
              <a:ahLst/>
              <a:cxnLst/>
              <a:rect l="l" t="t" r="r" b="b"/>
              <a:pathLst>
                <a:path w="273050" h="958850">
                  <a:moveTo>
                    <a:pt x="204393" y="0"/>
                  </a:moveTo>
                  <a:lnTo>
                    <a:pt x="204393" y="822064"/>
                  </a:lnTo>
                  <a:lnTo>
                    <a:pt x="272529" y="822064"/>
                  </a:lnTo>
                  <a:lnTo>
                    <a:pt x="136258" y="958331"/>
                  </a:lnTo>
                  <a:lnTo>
                    <a:pt x="0" y="822064"/>
                  </a:lnTo>
                  <a:lnTo>
                    <a:pt x="68122" y="822064"/>
                  </a:lnTo>
                  <a:lnTo>
                    <a:pt x="68122" y="0"/>
                  </a:lnTo>
                  <a:lnTo>
                    <a:pt x="204393" y="0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212" y="1729511"/>
            <a:ext cx="89350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online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class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join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session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button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new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tab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will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automatically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open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for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0">
                <a:latin typeface="Arial"/>
                <a:cs typeface="Arial"/>
              </a:rPr>
              <a:t> access</a:t>
            </a:r>
            <a:r>
              <a:rPr dirty="0" sz="1400" spc="-10" b="1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446" y="2315629"/>
            <a:ext cx="6034633" cy="3795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748332"/>
            <a:ext cx="891032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Once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have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joined,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will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prompted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two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options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Microphone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Listen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Only.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Ensure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you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always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EC7C30"/>
                </a:solidFill>
                <a:latin typeface="Arial"/>
                <a:cs typeface="Arial"/>
              </a:rPr>
              <a:t>click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microphone</a:t>
            </a:r>
            <a:r>
              <a:rPr dirty="0" sz="14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always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able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speak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listen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during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class.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Once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click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microphone,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will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be </a:t>
            </a:r>
            <a:r>
              <a:rPr dirty="0" sz="1400">
                <a:latin typeface="Arial"/>
                <a:cs typeface="Arial"/>
              </a:rPr>
              <a:t>prompted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allow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browser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access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microphone.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Choose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Allow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while</a:t>
            </a:r>
            <a:r>
              <a:rPr dirty="0" sz="14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visiting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EC7C30"/>
                </a:solidFill>
                <a:latin typeface="Arial"/>
                <a:cs typeface="Arial"/>
              </a:rPr>
              <a:t>site</a:t>
            </a:r>
            <a:r>
              <a:rPr dirty="0" sz="14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every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time.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03228" y="2457742"/>
            <a:ext cx="8100695" cy="4121785"/>
            <a:chOff x="403228" y="2457742"/>
            <a:chExt cx="8100695" cy="41217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228" y="2899333"/>
              <a:ext cx="4966970" cy="275165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6147" y="2457742"/>
              <a:ext cx="2747772" cy="412165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56509" y="3652455"/>
              <a:ext cx="764540" cy="537845"/>
            </a:xfrm>
            <a:custGeom>
              <a:avLst/>
              <a:gdLst/>
              <a:ahLst/>
              <a:cxnLst/>
              <a:rect l="l" t="t" r="r" b="b"/>
              <a:pathLst>
                <a:path w="764539" h="537845">
                  <a:moveTo>
                    <a:pt x="687760" y="213860"/>
                  </a:moveTo>
                  <a:lnTo>
                    <a:pt x="645168" y="294774"/>
                  </a:lnTo>
                  <a:lnTo>
                    <a:pt x="85185" y="0"/>
                  </a:lnTo>
                  <a:lnTo>
                    <a:pt x="0" y="161826"/>
                  </a:lnTo>
                  <a:lnTo>
                    <a:pt x="559982" y="456601"/>
                  </a:lnTo>
                  <a:lnTo>
                    <a:pt x="517389" y="537514"/>
                  </a:lnTo>
                  <a:lnTo>
                    <a:pt x="764402" y="460873"/>
                  </a:lnTo>
                  <a:lnTo>
                    <a:pt x="687760" y="21386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56509" y="3652455"/>
              <a:ext cx="764540" cy="537845"/>
            </a:xfrm>
            <a:custGeom>
              <a:avLst/>
              <a:gdLst/>
              <a:ahLst/>
              <a:cxnLst/>
              <a:rect l="l" t="t" r="r" b="b"/>
              <a:pathLst>
                <a:path w="764539" h="537845">
                  <a:moveTo>
                    <a:pt x="85185" y="0"/>
                  </a:moveTo>
                  <a:lnTo>
                    <a:pt x="645168" y="294774"/>
                  </a:lnTo>
                  <a:lnTo>
                    <a:pt x="687760" y="213860"/>
                  </a:lnTo>
                  <a:lnTo>
                    <a:pt x="764402" y="460873"/>
                  </a:lnTo>
                  <a:lnTo>
                    <a:pt x="517389" y="537514"/>
                  </a:lnTo>
                  <a:lnTo>
                    <a:pt x="559982" y="456601"/>
                  </a:lnTo>
                  <a:lnTo>
                    <a:pt x="0" y="161826"/>
                  </a:lnTo>
                  <a:lnTo>
                    <a:pt x="85185" y="0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238573" y="4949450"/>
              <a:ext cx="953135" cy="922019"/>
            </a:xfrm>
            <a:custGeom>
              <a:avLst/>
              <a:gdLst/>
              <a:ahLst/>
              <a:cxnLst/>
              <a:rect l="l" t="t" r="r" b="b"/>
              <a:pathLst>
                <a:path w="953135" h="922020">
                  <a:moveTo>
                    <a:pt x="445201" y="157940"/>
                  </a:moveTo>
                  <a:lnTo>
                    <a:pt x="527550" y="243667"/>
                  </a:lnTo>
                  <a:lnTo>
                    <a:pt x="0" y="750427"/>
                  </a:lnTo>
                  <a:lnTo>
                    <a:pt x="164697" y="921881"/>
                  </a:lnTo>
                  <a:lnTo>
                    <a:pt x="692247" y="415121"/>
                  </a:lnTo>
                  <a:lnTo>
                    <a:pt x="774596" y="500848"/>
                  </a:lnTo>
                  <a:lnTo>
                    <a:pt x="952806" y="0"/>
                  </a:lnTo>
                  <a:lnTo>
                    <a:pt x="445201" y="15794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38573" y="4949450"/>
              <a:ext cx="953135" cy="922019"/>
            </a:xfrm>
            <a:custGeom>
              <a:avLst/>
              <a:gdLst/>
              <a:ahLst/>
              <a:cxnLst/>
              <a:rect l="l" t="t" r="r" b="b"/>
              <a:pathLst>
                <a:path w="953135" h="922020">
                  <a:moveTo>
                    <a:pt x="0" y="750427"/>
                  </a:moveTo>
                  <a:lnTo>
                    <a:pt x="527550" y="243667"/>
                  </a:lnTo>
                  <a:lnTo>
                    <a:pt x="445201" y="157940"/>
                  </a:lnTo>
                  <a:lnTo>
                    <a:pt x="952806" y="0"/>
                  </a:lnTo>
                  <a:lnTo>
                    <a:pt x="774596" y="500848"/>
                  </a:lnTo>
                  <a:lnTo>
                    <a:pt x="692247" y="415121"/>
                  </a:lnTo>
                  <a:lnTo>
                    <a:pt x="164697" y="921881"/>
                  </a:lnTo>
                  <a:lnTo>
                    <a:pt x="0" y="750427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802663"/>
            <a:ext cx="415797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clicked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online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class.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34340" y="2156904"/>
            <a:ext cx="7507605" cy="4223385"/>
            <a:chOff x="434340" y="2156904"/>
            <a:chExt cx="7507605" cy="42233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" y="2156904"/>
              <a:ext cx="7507224" cy="422281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732906" y="5222353"/>
              <a:ext cx="421005" cy="519430"/>
            </a:xfrm>
            <a:custGeom>
              <a:avLst/>
              <a:gdLst/>
              <a:ahLst/>
              <a:cxnLst/>
              <a:rect l="l" t="t" r="r" b="b"/>
              <a:pathLst>
                <a:path w="421005" h="519429">
                  <a:moveTo>
                    <a:pt x="420864" y="391177"/>
                  </a:moveTo>
                  <a:lnTo>
                    <a:pt x="384159" y="418436"/>
                  </a:lnTo>
                  <a:lnTo>
                    <a:pt x="73409" y="0"/>
                  </a:lnTo>
                  <a:lnTo>
                    <a:pt x="0" y="54517"/>
                  </a:lnTo>
                  <a:lnTo>
                    <a:pt x="310749" y="472953"/>
                  </a:lnTo>
                  <a:lnTo>
                    <a:pt x="274044" y="500212"/>
                  </a:lnTo>
                  <a:lnTo>
                    <a:pt x="401971" y="519104"/>
                  </a:lnTo>
                  <a:lnTo>
                    <a:pt x="420864" y="39117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32906" y="5222353"/>
              <a:ext cx="421005" cy="519430"/>
            </a:xfrm>
            <a:custGeom>
              <a:avLst/>
              <a:gdLst/>
              <a:ahLst/>
              <a:cxnLst/>
              <a:rect l="l" t="t" r="r" b="b"/>
              <a:pathLst>
                <a:path w="421005" h="519429">
                  <a:moveTo>
                    <a:pt x="73409" y="0"/>
                  </a:moveTo>
                  <a:lnTo>
                    <a:pt x="384159" y="418436"/>
                  </a:lnTo>
                  <a:lnTo>
                    <a:pt x="420864" y="391177"/>
                  </a:lnTo>
                  <a:lnTo>
                    <a:pt x="401971" y="519104"/>
                  </a:lnTo>
                  <a:lnTo>
                    <a:pt x="274044" y="500212"/>
                  </a:lnTo>
                  <a:lnTo>
                    <a:pt x="310749" y="472953"/>
                  </a:lnTo>
                  <a:lnTo>
                    <a:pt x="0" y="54517"/>
                  </a:lnTo>
                  <a:lnTo>
                    <a:pt x="73409" y="0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51290" y="5191397"/>
              <a:ext cx="635635" cy="689610"/>
            </a:xfrm>
            <a:custGeom>
              <a:avLst/>
              <a:gdLst/>
              <a:ahLst/>
              <a:cxnLst/>
              <a:rect l="l" t="t" r="r" b="b"/>
              <a:pathLst>
                <a:path w="635635" h="689610">
                  <a:moveTo>
                    <a:pt x="635622" y="458141"/>
                  </a:moveTo>
                  <a:lnTo>
                    <a:pt x="574103" y="512304"/>
                  </a:lnTo>
                  <a:lnTo>
                    <a:pt x="123046" y="0"/>
                  </a:lnTo>
                  <a:lnTo>
                    <a:pt x="0" y="108336"/>
                  </a:lnTo>
                  <a:lnTo>
                    <a:pt x="451056" y="620641"/>
                  </a:lnTo>
                  <a:lnTo>
                    <a:pt x="389538" y="674804"/>
                  </a:lnTo>
                  <a:lnTo>
                    <a:pt x="620916" y="689510"/>
                  </a:lnTo>
                  <a:lnTo>
                    <a:pt x="635622" y="45814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251290" y="5191397"/>
              <a:ext cx="635635" cy="689610"/>
            </a:xfrm>
            <a:custGeom>
              <a:avLst/>
              <a:gdLst/>
              <a:ahLst/>
              <a:cxnLst/>
              <a:rect l="l" t="t" r="r" b="b"/>
              <a:pathLst>
                <a:path w="635635" h="689610">
                  <a:moveTo>
                    <a:pt x="123046" y="0"/>
                  </a:moveTo>
                  <a:lnTo>
                    <a:pt x="574103" y="512304"/>
                  </a:lnTo>
                  <a:lnTo>
                    <a:pt x="635622" y="458141"/>
                  </a:lnTo>
                  <a:lnTo>
                    <a:pt x="620916" y="689510"/>
                  </a:lnTo>
                  <a:lnTo>
                    <a:pt x="389538" y="674804"/>
                  </a:lnTo>
                  <a:lnTo>
                    <a:pt x="451056" y="620641"/>
                  </a:lnTo>
                  <a:lnTo>
                    <a:pt x="0" y="108336"/>
                  </a:lnTo>
                  <a:lnTo>
                    <a:pt x="123046" y="0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41043" y="4941366"/>
            <a:ext cx="876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Message</a:t>
            </a:r>
            <a:r>
              <a:rPr dirty="0" sz="1200" spc="-20" b="1">
                <a:latin typeface="Calibri"/>
                <a:cs typeface="Calibri"/>
              </a:rPr>
              <a:t> chat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70693" y="5057140"/>
            <a:ext cx="78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Microphone button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784375"/>
            <a:ext cx="80670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Recorded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Classes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can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by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clicking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415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presentation</a:t>
            </a:r>
            <a:r>
              <a:rPr dirty="0" sz="16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online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class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menu.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1480" y="2171141"/>
            <a:ext cx="8218805" cy="3462020"/>
            <a:chOff x="411480" y="2171141"/>
            <a:chExt cx="8218805" cy="34620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2171141"/>
              <a:ext cx="8218728" cy="34615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862813" y="4444137"/>
              <a:ext cx="548640" cy="520700"/>
            </a:xfrm>
            <a:custGeom>
              <a:avLst/>
              <a:gdLst/>
              <a:ahLst/>
              <a:cxnLst/>
              <a:rect l="l" t="t" r="r" b="b"/>
              <a:pathLst>
                <a:path w="548639" h="520700">
                  <a:moveTo>
                    <a:pt x="9031" y="215736"/>
                  </a:moveTo>
                  <a:lnTo>
                    <a:pt x="58449" y="161802"/>
                  </a:lnTo>
                  <a:lnTo>
                    <a:pt x="449473" y="520087"/>
                  </a:lnTo>
                  <a:lnTo>
                    <a:pt x="548310" y="412218"/>
                  </a:lnTo>
                  <a:lnTo>
                    <a:pt x="157287" y="53934"/>
                  </a:lnTo>
                  <a:lnTo>
                    <a:pt x="206705" y="0"/>
                  </a:lnTo>
                  <a:lnTo>
                    <a:pt x="0" y="9031"/>
                  </a:lnTo>
                  <a:lnTo>
                    <a:pt x="9031" y="21573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62813" y="4444137"/>
              <a:ext cx="548640" cy="520700"/>
            </a:xfrm>
            <a:custGeom>
              <a:avLst/>
              <a:gdLst/>
              <a:ahLst/>
              <a:cxnLst/>
              <a:rect l="l" t="t" r="r" b="b"/>
              <a:pathLst>
                <a:path w="548639" h="520700">
                  <a:moveTo>
                    <a:pt x="449473" y="520087"/>
                  </a:moveTo>
                  <a:lnTo>
                    <a:pt x="58449" y="161802"/>
                  </a:lnTo>
                  <a:lnTo>
                    <a:pt x="9031" y="215736"/>
                  </a:lnTo>
                  <a:lnTo>
                    <a:pt x="0" y="9031"/>
                  </a:lnTo>
                  <a:lnTo>
                    <a:pt x="206705" y="0"/>
                  </a:lnTo>
                  <a:lnTo>
                    <a:pt x="157287" y="53934"/>
                  </a:lnTo>
                  <a:lnTo>
                    <a:pt x="548310" y="412218"/>
                  </a:lnTo>
                  <a:lnTo>
                    <a:pt x="449473" y="520087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96" y="1766087"/>
            <a:ext cx="86848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3.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Assignments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and</a:t>
            </a:r>
            <a:r>
              <a:rPr dirty="0" sz="1600" spc="-20" b="1">
                <a:latin typeface="Arial"/>
                <a:cs typeface="Arial"/>
              </a:rPr>
              <a:t> CATS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Assignments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CATS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require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submitted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LMS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by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clicking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the </a:t>
            </a:r>
            <a:r>
              <a:rPr dirty="0" sz="1600">
                <a:latin typeface="Arial"/>
                <a:cs typeface="Arial"/>
              </a:rPr>
              <a:t>assignment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button.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122" y="2549093"/>
            <a:ext cx="8501062" cy="222637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6997" y="4424527"/>
            <a:ext cx="1590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Assignment</a:t>
            </a:r>
            <a:r>
              <a:rPr dirty="0" sz="1800" spc="-20" b="1">
                <a:solidFill>
                  <a:srgbClr val="EC7C30"/>
                </a:solidFill>
                <a:latin typeface="Calibri"/>
                <a:cs typeface="Calibri"/>
              </a:rPr>
              <a:t> Icon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35573" y="3501199"/>
            <a:ext cx="120332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Click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C7C30"/>
                </a:solidFill>
                <a:latin typeface="Calibri"/>
                <a:cs typeface="Calibri"/>
              </a:rPr>
              <a:t>here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EC7C30"/>
                </a:solidFill>
                <a:latin typeface="Calibri"/>
                <a:cs typeface="Calibri"/>
              </a:rPr>
              <a:t>to </a:t>
            </a:r>
            <a:r>
              <a:rPr dirty="0" sz="1800" spc="-10" b="1">
                <a:solidFill>
                  <a:srgbClr val="EC7C30"/>
                </a:solidFill>
                <a:latin typeface="Calibri"/>
                <a:cs typeface="Calibri"/>
              </a:rPr>
              <a:t>access assignment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02451" y="3739159"/>
            <a:ext cx="4874260" cy="619125"/>
            <a:chOff x="1002451" y="3739159"/>
            <a:chExt cx="4874260" cy="619125"/>
          </a:xfrm>
        </p:grpSpPr>
        <p:sp>
          <p:nvSpPr>
            <p:cNvPr id="7" name="object 7" descr=""/>
            <p:cNvSpPr/>
            <p:nvPr/>
          </p:nvSpPr>
          <p:spPr>
            <a:xfrm>
              <a:off x="1008801" y="3913380"/>
              <a:ext cx="621030" cy="438784"/>
            </a:xfrm>
            <a:custGeom>
              <a:avLst/>
              <a:gdLst/>
              <a:ahLst/>
              <a:cxnLst/>
              <a:rect l="l" t="t" r="r" b="b"/>
              <a:pathLst>
                <a:path w="621030" h="438785">
                  <a:moveTo>
                    <a:pt x="434593" y="0"/>
                  </a:moveTo>
                  <a:lnTo>
                    <a:pt x="467737" y="60038"/>
                  </a:lnTo>
                  <a:lnTo>
                    <a:pt x="0" y="318251"/>
                  </a:lnTo>
                  <a:lnTo>
                    <a:pt x="66288" y="438328"/>
                  </a:lnTo>
                  <a:lnTo>
                    <a:pt x="534025" y="180115"/>
                  </a:lnTo>
                  <a:lnTo>
                    <a:pt x="567169" y="240153"/>
                  </a:lnTo>
                  <a:lnTo>
                    <a:pt x="620958" y="53788"/>
                  </a:lnTo>
                  <a:lnTo>
                    <a:pt x="43459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08801" y="3913380"/>
              <a:ext cx="621030" cy="438784"/>
            </a:xfrm>
            <a:custGeom>
              <a:avLst/>
              <a:gdLst/>
              <a:ahLst/>
              <a:cxnLst/>
              <a:rect l="l" t="t" r="r" b="b"/>
              <a:pathLst>
                <a:path w="621030" h="438785">
                  <a:moveTo>
                    <a:pt x="0" y="318251"/>
                  </a:moveTo>
                  <a:lnTo>
                    <a:pt x="467737" y="60038"/>
                  </a:lnTo>
                  <a:lnTo>
                    <a:pt x="434593" y="0"/>
                  </a:lnTo>
                  <a:lnTo>
                    <a:pt x="620958" y="53788"/>
                  </a:lnTo>
                  <a:lnTo>
                    <a:pt x="567169" y="240153"/>
                  </a:lnTo>
                  <a:lnTo>
                    <a:pt x="534025" y="180115"/>
                  </a:lnTo>
                  <a:lnTo>
                    <a:pt x="66288" y="438328"/>
                  </a:lnTo>
                  <a:lnTo>
                    <a:pt x="0" y="318251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39481" y="3745509"/>
              <a:ext cx="830580" cy="266065"/>
            </a:xfrm>
            <a:custGeom>
              <a:avLst/>
              <a:gdLst/>
              <a:ahLst/>
              <a:cxnLst/>
              <a:rect l="l" t="t" r="r" b="b"/>
              <a:pathLst>
                <a:path w="830579" h="266064">
                  <a:moveTo>
                    <a:pt x="132958" y="265912"/>
                  </a:moveTo>
                  <a:lnTo>
                    <a:pt x="132958" y="199428"/>
                  </a:lnTo>
                  <a:lnTo>
                    <a:pt x="830483" y="199428"/>
                  </a:lnTo>
                  <a:lnTo>
                    <a:pt x="830483" y="66471"/>
                  </a:lnTo>
                  <a:lnTo>
                    <a:pt x="132958" y="66471"/>
                  </a:lnTo>
                  <a:lnTo>
                    <a:pt x="132958" y="0"/>
                  </a:lnTo>
                  <a:lnTo>
                    <a:pt x="0" y="132956"/>
                  </a:lnTo>
                  <a:lnTo>
                    <a:pt x="132958" y="26591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39481" y="3745509"/>
              <a:ext cx="830580" cy="266065"/>
            </a:xfrm>
            <a:custGeom>
              <a:avLst/>
              <a:gdLst/>
              <a:ahLst/>
              <a:cxnLst/>
              <a:rect l="l" t="t" r="r" b="b"/>
              <a:pathLst>
                <a:path w="830579" h="266064">
                  <a:moveTo>
                    <a:pt x="830483" y="199428"/>
                  </a:moveTo>
                  <a:lnTo>
                    <a:pt x="132958" y="199428"/>
                  </a:lnTo>
                  <a:lnTo>
                    <a:pt x="132958" y="265912"/>
                  </a:lnTo>
                  <a:lnTo>
                    <a:pt x="0" y="132956"/>
                  </a:lnTo>
                  <a:lnTo>
                    <a:pt x="132958" y="0"/>
                  </a:lnTo>
                  <a:lnTo>
                    <a:pt x="132958" y="66471"/>
                  </a:lnTo>
                  <a:lnTo>
                    <a:pt x="830483" y="66471"/>
                  </a:lnTo>
                  <a:lnTo>
                    <a:pt x="830483" y="199428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774787"/>
            <a:ext cx="84505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After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accessing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assignment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resource,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will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have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submitted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assignment </a:t>
            </a:r>
            <a:r>
              <a:rPr dirty="0" sz="1600">
                <a:latin typeface="Arial"/>
                <a:cs typeface="Arial"/>
              </a:rPr>
              <a:t>assigned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by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lecturer.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Which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Orange.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work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will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downloaded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5">
                <a:latin typeface="Arial"/>
                <a:cs typeface="Arial"/>
              </a:rPr>
              <a:t> 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443" y="2294415"/>
            <a:ext cx="687705" cy="2273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70"/>
              </a:lnSpc>
            </a:pPr>
            <a:r>
              <a:rPr dirty="0" sz="1600" spc="-10">
                <a:latin typeface="Arial"/>
                <a:cs typeface="Arial"/>
              </a:rPr>
              <a:t>access.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58567"/>
            <a:ext cx="9144000" cy="37116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19110" y="5131955"/>
            <a:ext cx="22186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53695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Calibri"/>
                <a:cs typeface="Calibri"/>
              </a:rPr>
              <a:t>Assignment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given </a:t>
            </a:r>
            <a:r>
              <a:rPr dirty="0" sz="1600" b="1">
                <a:latin typeface="Calibri"/>
                <a:cs typeface="Calibri"/>
              </a:rPr>
              <a:t>Download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and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access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first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169310" y="4329014"/>
            <a:ext cx="1406525" cy="697865"/>
            <a:chOff x="3169310" y="4329014"/>
            <a:chExt cx="1406525" cy="697865"/>
          </a:xfrm>
        </p:grpSpPr>
        <p:sp>
          <p:nvSpPr>
            <p:cNvPr id="7" name="object 7" descr=""/>
            <p:cNvSpPr/>
            <p:nvPr/>
          </p:nvSpPr>
          <p:spPr>
            <a:xfrm>
              <a:off x="3175660" y="4335364"/>
              <a:ext cx="1393825" cy="685165"/>
            </a:xfrm>
            <a:custGeom>
              <a:avLst/>
              <a:gdLst/>
              <a:ahLst/>
              <a:cxnLst/>
              <a:rect l="l" t="t" r="r" b="b"/>
              <a:pathLst>
                <a:path w="1393825" h="685164">
                  <a:moveTo>
                    <a:pt x="0" y="171283"/>
                  </a:moveTo>
                  <a:lnTo>
                    <a:pt x="171284" y="342568"/>
                  </a:lnTo>
                  <a:lnTo>
                    <a:pt x="171284" y="256926"/>
                  </a:lnTo>
                  <a:lnTo>
                    <a:pt x="1222286" y="256926"/>
                  </a:lnTo>
                  <a:lnTo>
                    <a:pt x="1222286" y="685135"/>
                  </a:lnTo>
                  <a:lnTo>
                    <a:pt x="1393571" y="685135"/>
                  </a:lnTo>
                  <a:lnTo>
                    <a:pt x="1393571" y="85641"/>
                  </a:lnTo>
                  <a:lnTo>
                    <a:pt x="171284" y="85641"/>
                  </a:lnTo>
                  <a:lnTo>
                    <a:pt x="171284" y="0"/>
                  </a:lnTo>
                  <a:lnTo>
                    <a:pt x="0" y="17128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175660" y="4335364"/>
              <a:ext cx="1393825" cy="685165"/>
            </a:xfrm>
            <a:custGeom>
              <a:avLst/>
              <a:gdLst/>
              <a:ahLst/>
              <a:cxnLst/>
              <a:rect l="l" t="t" r="r" b="b"/>
              <a:pathLst>
                <a:path w="1393825" h="685164">
                  <a:moveTo>
                    <a:pt x="1222286" y="685135"/>
                  </a:moveTo>
                  <a:lnTo>
                    <a:pt x="1222286" y="256926"/>
                  </a:lnTo>
                  <a:lnTo>
                    <a:pt x="171284" y="256926"/>
                  </a:lnTo>
                  <a:lnTo>
                    <a:pt x="171284" y="342568"/>
                  </a:lnTo>
                  <a:lnTo>
                    <a:pt x="0" y="171283"/>
                  </a:lnTo>
                  <a:lnTo>
                    <a:pt x="171284" y="0"/>
                  </a:lnTo>
                  <a:lnTo>
                    <a:pt x="171284" y="85641"/>
                  </a:lnTo>
                  <a:lnTo>
                    <a:pt x="1393571" y="85641"/>
                  </a:lnTo>
                  <a:lnTo>
                    <a:pt x="1393571" y="685135"/>
                  </a:lnTo>
                  <a:lnTo>
                    <a:pt x="1222286" y="685135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775231"/>
            <a:ext cx="90576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After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accessing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work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given,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proceed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complete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assignment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done,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upload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wo </a:t>
            </a:r>
            <a:r>
              <a:rPr dirty="0" sz="1600">
                <a:latin typeface="Arial"/>
                <a:cs typeface="Arial"/>
              </a:rPr>
              <a:t>back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LMS.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Add</a:t>
            </a:r>
            <a:r>
              <a:rPr dirty="0" sz="16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submission</a:t>
            </a:r>
            <a:r>
              <a:rPr dirty="0" sz="16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button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upload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work.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19457" y="2240724"/>
            <a:ext cx="7909559" cy="3300729"/>
            <a:chOff x="219457" y="2240724"/>
            <a:chExt cx="7909559" cy="330072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7" y="2240724"/>
              <a:ext cx="7909559" cy="33005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460300" y="4805836"/>
              <a:ext cx="930275" cy="527685"/>
            </a:xfrm>
            <a:custGeom>
              <a:avLst/>
              <a:gdLst/>
              <a:ahLst/>
              <a:cxnLst/>
              <a:rect l="l" t="t" r="r" b="b"/>
              <a:pathLst>
                <a:path w="930275" h="527685">
                  <a:moveTo>
                    <a:pt x="139659" y="409556"/>
                  </a:moveTo>
                  <a:lnTo>
                    <a:pt x="172218" y="307167"/>
                  </a:lnTo>
                  <a:lnTo>
                    <a:pt x="864978" y="527461"/>
                  </a:lnTo>
                  <a:lnTo>
                    <a:pt x="930096" y="322683"/>
                  </a:lnTo>
                  <a:lnTo>
                    <a:pt x="237337" y="102389"/>
                  </a:lnTo>
                  <a:lnTo>
                    <a:pt x="269896" y="0"/>
                  </a:lnTo>
                  <a:lnTo>
                    <a:pt x="0" y="139659"/>
                  </a:lnTo>
                  <a:lnTo>
                    <a:pt x="139659" y="4095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460300" y="4805836"/>
              <a:ext cx="930275" cy="527685"/>
            </a:xfrm>
            <a:custGeom>
              <a:avLst/>
              <a:gdLst/>
              <a:ahLst/>
              <a:cxnLst/>
              <a:rect l="l" t="t" r="r" b="b"/>
              <a:pathLst>
                <a:path w="930275" h="527685">
                  <a:moveTo>
                    <a:pt x="864978" y="527461"/>
                  </a:moveTo>
                  <a:lnTo>
                    <a:pt x="172218" y="307167"/>
                  </a:lnTo>
                  <a:lnTo>
                    <a:pt x="139659" y="409556"/>
                  </a:lnTo>
                  <a:lnTo>
                    <a:pt x="0" y="139659"/>
                  </a:lnTo>
                  <a:lnTo>
                    <a:pt x="269896" y="0"/>
                  </a:lnTo>
                  <a:lnTo>
                    <a:pt x="237337" y="102389"/>
                  </a:lnTo>
                  <a:lnTo>
                    <a:pt x="930096" y="322683"/>
                  </a:lnTo>
                  <a:lnTo>
                    <a:pt x="864978" y="527461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811807"/>
            <a:ext cx="86080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clicked,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proceed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choose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where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saved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work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upload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file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where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you </a:t>
            </a:r>
            <a:r>
              <a:rPr dirty="0" sz="1600">
                <a:latin typeface="Arial"/>
                <a:cs typeface="Arial"/>
              </a:rPr>
              <a:t>had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done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assignment.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selected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upload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this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file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46304" y="2326220"/>
            <a:ext cx="8005445" cy="3534410"/>
            <a:chOff x="146304" y="2326220"/>
            <a:chExt cx="8005445" cy="35344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304" y="2326220"/>
              <a:ext cx="4663440" cy="353439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1527" y="2367851"/>
              <a:ext cx="5069725" cy="328269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688336" y="3650170"/>
              <a:ext cx="2212975" cy="718185"/>
            </a:xfrm>
            <a:custGeom>
              <a:avLst/>
              <a:gdLst/>
              <a:ahLst/>
              <a:cxnLst/>
              <a:rect l="l" t="t" r="r" b="b"/>
              <a:pathLst>
                <a:path w="2212975" h="718185">
                  <a:moveTo>
                    <a:pt x="2046973" y="0"/>
                  </a:moveTo>
                  <a:lnTo>
                    <a:pt x="1881174" y="307530"/>
                  </a:lnTo>
                  <a:lnTo>
                    <a:pt x="1957222" y="307530"/>
                  </a:lnTo>
                  <a:lnTo>
                    <a:pt x="1957222" y="538543"/>
                  </a:lnTo>
                  <a:lnTo>
                    <a:pt x="0" y="538543"/>
                  </a:lnTo>
                  <a:lnTo>
                    <a:pt x="0" y="718058"/>
                  </a:lnTo>
                  <a:lnTo>
                    <a:pt x="2136736" y="718058"/>
                  </a:lnTo>
                  <a:lnTo>
                    <a:pt x="2136736" y="307530"/>
                  </a:lnTo>
                  <a:lnTo>
                    <a:pt x="2212771" y="307530"/>
                  </a:lnTo>
                  <a:lnTo>
                    <a:pt x="204697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88336" y="3650170"/>
              <a:ext cx="2212975" cy="718185"/>
            </a:xfrm>
            <a:custGeom>
              <a:avLst/>
              <a:gdLst/>
              <a:ahLst/>
              <a:cxnLst/>
              <a:rect l="l" t="t" r="r" b="b"/>
              <a:pathLst>
                <a:path w="2212975" h="718185">
                  <a:moveTo>
                    <a:pt x="0" y="538543"/>
                  </a:moveTo>
                  <a:lnTo>
                    <a:pt x="1957222" y="538543"/>
                  </a:lnTo>
                  <a:lnTo>
                    <a:pt x="1957222" y="307530"/>
                  </a:lnTo>
                  <a:lnTo>
                    <a:pt x="1881174" y="307530"/>
                  </a:lnTo>
                  <a:lnTo>
                    <a:pt x="2046973" y="0"/>
                  </a:lnTo>
                  <a:lnTo>
                    <a:pt x="2212771" y="307530"/>
                  </a:lnTo>
                  <a:lnTo>
                    <a:pt x="2136736" y="307530"/>
                  </a:lnTo>
                  <a:lnTo>
                    <a:pt x="2136736" y="718058"/>
                  </a:lnTo>
                  <a:lnTo>
                    <a:pt x="0" y="718058"/>
                  </a:lnTo>
                  <a:lnTo>
                    <a:pt x="0" y="538543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663280" y="4009199"/>
            <a:ext cx="1144905" cy="46228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 marR="123189">
              <a:lnSpc>
                <a:spcPct val="100000"/>
              </a:lnSpc>
              <a:spcBef>
                <a:spcPts val="280"/>
              </a:spcBef>
            </a:pPr>
            <a:r>
              <a:rPr dirty="0" sz="1200" b="1">
                <a:latin typeface="Calibri"/>
                <a:cs typeface="Calibri"/>
              </a:rPr>
              <a:t>Click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add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go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this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97" y="1720367"/>
            <a:ext cx="65989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Once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uploaded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click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save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changes</a:t>
            </a:r>
            <a:r>
              <a:rPr dirty="0" sz="1600" spc="-15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finalize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submission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work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183" y="2030196"/>
            <a:ext cx="5312664" cy="42757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711223"/>
            <a:ext cx="88576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If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Uploaded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wrongly,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perhaps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made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mistake,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either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use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edit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submission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EC7C30"/>
                </a:solidFill>
                <a:latin typeface="Arial"/>
                <a:cs typeface="Arial"/>
              </a:rPr>
              <a:t>delete </a:t>
            </a:r>
            <a:r>
              <a:rPr dirty="0" sz="1600">
                <a:solidFill>
                  <a:srgbClr val="EC7C30"/>
                </a:solidFill>
                <a:latin typeface="Arial"/>
                <a:cs typeface="Arial"/>
              </a:rPr>
              <a:t>submission</a:t>
            </a:r>
            <a:r>
              <a:rPr dirty="0" sz="1600" spc="-2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reupload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work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LMS.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Note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you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need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submit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assignments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time.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Delayed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submissions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will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penalized.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81786" y="2469489"/>
            <a:ext cx="7221220" cy="4020185"/>
            <a:chOff x="1081786" y="2469489"/>
            <a:chExt cx="7221220" cy="40201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566" y="2469489"/>
              <a:ext cx="7187184" cy="401977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88135" y="3429000"/>
              <a:ext cx="2807335" cy="576580"/>
            </a:xfrm>
            <a:custGeom>
              <a:avLst/>
              <a:gdLst/>
              <a:ahLst/>
              <a:cxnLst/>
              <a:rect l="l" t="t" r="r" b="b"/>
              <a:pathLst>
                <a:path w="2807335" h="576579">
                  <a:moveTo>
                    <a:pt x="0" y="288035"/>
                  </a:moveTo>
                  <a:lnTo>
                    <a:pt x="17351" y="243040"/>
                  </a:lnTo>
                  <a:lnTo>
                    <a:pt x="47362" y="214190"/>
                  </a:lnTo>
                  <a:lnTo>
                    <a:pt x="91195" y="186451"/>
                  </a:lnTo>
                  <a:lnTo>
                    <a:pt x="148048" y="159985"/>
                  </a:lnTo>
                  <a:lnTo>
                    <a:pt x="217119" y="134959"/>
                  </a:lnTo>
                  <a:lnTo>
                    <a:pt x="255986" y="123037"/>
                  </a:lnTo>
                  <a:lnTo>
                    <a:pt x="297607" y="111536"/>
                  </a:lnTo>
                  <a:lnTo>
                    <a:pt x="341883" y="100477"/>
                  </a:lnTo>
                  <a:lnTo>
                    <a:pt x="388712" y="89881"/>
                  </a:lnTo>
                  <a:lnTo>
                    <a:pt x="437996" y="79767"/>
                  </a:lnTo>
                  <a:lnTo>
                    <a:pt x="489633" y="70157"/>
                  </a:lnTo>
                  <a:lnTo>
                    <a:pt x="543523" y="61072"/>
                  </a:lnTo>
                  <a:lnTo>
                    <a:pt x="599567" y="52531"/>
                  </a:lnTo>
                  <a:lnTo>
                    <a:pt x="657664" y="44555"/>
                  </a:lnTo>
                  <a:lnTo>
                    <a:pt x="717714" y="37164"/>
                  </a:lnTo>
                  <a:lnTo>
                    <a:pt x="779617" y="30380"/>
                  </a:lnTo>
                  <a:lnTo>
                    <a:pt x="843273" y="24223"/>
                  </a:lnTo>
                  <a:lnTo>
                    <a:pt x="908581" y="18714"/>
                  </a:lnTo>
                  <a:lnTo>
                    <a:pt x="975442" y="13872"/>
                  </a:lnTo>
                  <a:lnTo>
                    <a:pt x="1043756" y="9719"/>
                  </a:lnTo>
                  <a:lnTo>
                    <a:pt x="1113421" y="6275"/>
                  </a:lnTo>
                  <a:lnTo>
                    <a:pt x="1184339" y="3560"/>
                  </a:lnTo>
                  <a:lnTo>
                    <a:pt x="1256409" y="1596"/>
                  </a:lnTo>
                  <a:lnTo>
                    <a:pt x="1329530" y="402"/>
                  </a:lnTo>
                  <a:lnTo>
                    <a:pt x="1403604" y="0"/>
                  </a:lnTo>
                  <a:lnTo>
                    <a:pt x="1477676" y="402"/>
                  </a:lnTo>
                  <a:lnTo>
                    <a:pt x="1550797" y="1596"/>
                  </a:lnTo>
                  <a:lnTo>
                    <a:pt x="1622866" y="3560"/>
                  </a:lnTo>
                  <a:lnTo>
                    <a:pt x="1693784" y="6275"/>
                  </a:lnTo>
                  <a:lnTo>
                    <a:pt x="1763449" y="9719"/>
                  </a:lnTo>
                  <a:lnTo>
                    <a:pt x="1831762" y="13872"/>
                  </a:lnTo>
                  <a:lnTo>
                    <a:pt x="1898623" y="18714"/>
                  </a:lnTo>
                  <a:lnTo>
                    <a:pt x="1963932" y="24223"/>
                  </a:lnTo>
                  <a:lnTo>
                    <a:pt x="2027587" y="30380"/>
                  </a:lnTo>
                  <a:lnTo>
                    <a:pt x="2089490" y="37164"/>
                  </a:lnTo>
                  <a:lnTo>
                    <a:pt x="2149540" y="44555"/>
                  </a:lnTo>
                  <a:lnTo>
                    <a:pt x="2207638" y="52531"/>
                  </a:lnTo>
                  <a:lnTo>
                    <a:pt x="2263681" y="61072"/>
                  </a:lnTo>
                  <a:lnTo>
                    <a:pt x="2317572" y="70157"/>
                  </a:lnTo>
                  <a:lnTo>
                    <a:pt x="2369209" y="79767"/>
                  </a:lnTo>
                  <a:lnTo>
                    <a:pt x="2418492" y="89881"/>
                  </a:lnTo>
                  <a:lnTo>
                    <a:pt x="2465322" y="100477"/>
                  </a:lnTo>
                  <a:lnTo>
                    <a:pt x="2509598" y="111536"/>
                  </a:lnTo>
                  <a:lnTo>
                    <a:pt x="2551219" y="123037"/>
                  </a:lnTo>
                  <a:lnTo>
                    <a:pt x="2590087" y="134959"/>
                  </a:lnTo>
                  <a:lnTo>
                    <a:pt x="2659158" y="159985"/>
                  </a:lnTo>
                  <a:lnTo>
                    <a:pt x="2716011" y="186451"/>
                  </a:lnTo>
                  <a:lnTo>
                    <a:pt x="2759844" y="214190"/>
                  </a:lnTo>
                  <a:lnTo>
                    <a:pt x="2789856" y="243040"/>
                  </a:lnTo>
                  <a:lnTo>
                    <a:pt x="2807208" y="288035"/>
                  </a:lnTo>
                  <a:lnTo>
                    <a:pt x="2805246" y="303236"/>
                  </a:lnTo>
                  <a:lnTo>
                    <a:pt x="2799429" y="318242"/>
                  </a:lnTo>
                  <a:lnTo>
                    <a:pt x="2759844" y="361881"/>
                  </a:lnTo>
                  <a:lnTo>
                    <a:pt x="2716011" y="389620"/>
                  </a:lnTo>
                  <a:lnTo>
                    <a:pt x="2659158" y="416086"/>
                  </a:lnTo>
                  <a:lnTo>
                    <a:pt x="2590087" y="441112"/>
                  </a:lnTo>
                  <a:lnTo>
                    <a:pt x="2551219" y="453034"/>
                  </a:lnTo>
                  <a:lnTo>
                    <a:pt x="2509598" y="464535"/>
                  </a:lnTo>
                  <a:lnTo>
                    <a:pt x="2465322" y="475594"/>
                  </a:lnTo>
                  <a:lnTo>
                    <a:pt x="2418492" y="486190"/>
                  </a:lnTo>
                  <a:lnTo>
                    <a:pt x="2369209" y="496304"/>
                  </a:lnTo>
                  <a:lnTo>
                    <a:pt x="2317572" y="505914"/>
                  </a:lnTo>
                  <a:lnTo>
                    <a:pt x="2263681" y="514999"/>
                  </a:lnTo>
                  <a:lnTo>
                    <a:pt x="2207638" y="523540"/>
                  </a:lnTo>
                  <a:lnTo>
                    <a:pt x="2149540" y="531516"/>
                  </a:lnTo>
                  <a:lnTo>
                    <a:pt x="2089490" y="538907"/>
                  </a:lnTo>
                  <a:lnTo>
                    <a:pt x="2027587" y="545691"/>
                  </a:lnTo>
                  <a:lnTo>
                    <a:pt x="1963932" y="551848"/>
                  </a:lnTo>
                  <a:lnTo>
                    <a:pt x="1898623" y="557357"/>
                  </a:lnTo>
                  <a:lnTo>
                    <a:pt x="1831762" y="562199"/>
                  </a:lnTo>
                  <a:lnTo>
                    <a:pt x="1763449" y="566352"/>
                  </a:lnTo>
                  <a:lnTo>
                    <a:pt x="1693784" y="569796"/>
                  </a:lnTo>
                  <a:lnTo>
                    <a:pt x="1622866" y="572511"/>
                  </a:lnTo>
                  <a:lnTo>
                    <a:pt x="1550797" y="574475"/>
                  </a:lnTo>
                  <a:lnTo>
                    <a:pt x="1477676" y="575669"/>
                  </a:lnTo>
                  <a:lnTo>
                    <a:pt x="1403604" y="576072"/>
                  </a:lnTo>
                  <a:lnTo>
                    <a:pt x="1329530" y="575669"/>
                  </a:lnTo>
                  <a:lnTo>
                    <a:pt x="1256409" y="574475"/>
                  </a:lnTo>
                  <a:lnTo>
                    <a:pt x="1184339" y="572511"/>
                  </a:lnTo>
                  <a:lnTo>
                    <a:pt x="1113421" y="569796"/>
                  </a:lnTo>
                  <a:lnTo>
                    <a:pt x="1043756" y="566352"/>
                  </a:lnTo>
                  <a:lnTo>
                    <a:pt x="975442" y="562199"/>
                  </a:lnTo>
                  <a:lnTo>
                    <a:pt x="908581" y="557357"/>
                  </a:lnTo>
                  <a:lnTo>
                    <a:pt x="843273" y="551848"/>
                  </a:lnTo>
                  <a:lnTo>
                    <a:pt x="779617" y="545691"/>
                  </a:lnTo>
                  <a:lnTo>
                    <a:pt x="717714" y="538907"/>
                  </a:lnTo>
                  <a:lnTo>
                    <a:pt x="657664" y="531516"/>
                  </a:lnTo>
                  <a:lnTo>
                    <a:pt x="599567" y="523540"/>
                  </a:lnTo>
                  <a:lnTo>
                    <a:pt x="543523" y="514999"/>
                  </a:lnTo>
                  <a:lnTo>
                    <a:pt x="489633" y="505914"/>
                  </a:lnTo>
                  <a:lnTo>
                    <a:pt x="437996" y="496304"/>
                  </a:lnTo>
                  <a:lnTo>
                    <a:pt x="388712" y="486190"/>
                  </a:lnTo>
                  <a:lnTo>
                    <a:pt x="341883" y="475594"/>
                  </a:lnTo>
                  <a:lnTo>
                    <a:pt x="297607" y="464535"/>
                  </a:lnTo>
                  <a:lnTo>
                    <a:pt x="255986" y="453034"/>
                  </a:lnTo>
                  <a:lnTo>
                    <a:pt x="217119" y="441112"/>
                  </a:lnTo>
                  <a:lnTo>
                    <a:pt x="148048" y="416086"/>
                  </a:lnTo>
                  <a:lnTo>
                    <a:pt x="91195" y="389620"/>
                  </a:lnTo>
                  <a:lnTo>
                    <a:pt x="47362" y="361881"/>
                  </a:lnTo>
                  <a:lnTo>
                    <a:pt x="17351" y="333031"/>
                  </a:lnTo>
                  <a:lnTo>
                    <a:pt x="0" y="288035"/>
                  </a:lnTo>
                  <a:close/>
                </a:path>
              </a:pathLst>
            </a:custGeom>
            <a:ln w="12699">
              <a:solidFill>
                <a:srgbClr val="1E31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2026-02-13T03:10:42Z</dcterms:created>
  <dcterms:modified xsi:type="dcterms:W3CDTF">2026-02-13T03:10:42Z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LastSaved">
    <vt:filetime>2026-02-13T00:00:00Z</vt:filetime>
  </property>
  <property fmtid="{D5CDD505-2E9C-101B-9397-08002B2CF9AE}" pid="4" name="Producer">
    <vt:lpwstr>3-Heights(TM) PDF Security Shell 4.8.25.2 (http://www.pdf-tools.com)</vt:lpwstr>
  </property>
</Properties>
</file>